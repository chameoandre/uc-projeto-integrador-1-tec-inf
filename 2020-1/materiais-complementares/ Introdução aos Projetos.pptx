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943600" cx="8229600"/>
  <p:notesSz cx="6858000" cy="9144000"/>
  <p:embeddedFontLs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07">
          <p15:clr>
            <a:srgbClr val="000000"/>
          </p15:clr>
        </p15:guide>
        <p15:guide id="2" pos="2592">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http://customooxmlschemas.google.com/">
      <go:slidesCustomData xmlns:go="http://customooxmlschemas.google.com/" r:id="rId38" roundtripDataSignature="AMtx7miDLdsRviq2VCgrAtxY3Mh/HqIf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07" orient="horz"/>
        <p:guide pos="2592"/>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enturyGothic-bold.fntdata"/><Relationship Id="rId12" Type="http://schemas.openxmlformats.org/officeDocument/2006/relationships/slide" Target="slides/slide7.xml"/><Relationship Id="rId34" Type="http://schemas.openxmlformats.org/officeDocument/2006/relationships/font" Target="fonts/CenturyGothic-regular.fntdata"/><Relationship Id="rId15" Type="http://schemas.openxmlformats.org/officeDocument/2006/relationships/slide" Target="slides/slide10.xml"/><Relationship Id="rId37" Type="http://schemas.openxmlformats.org/officeDocument/2006/relationships/font" Target="fonts/CenturyGothic-boldItalic.fntdata"/><Relationship Id="rId14" Type="http://schemas.openxmlformats.org/officeDocument/2006/relationships/slide" Target="slides/slide9.xml"/><Relationship Id="rId36" Type="http://schemas.openxmlformats.org/officeDocument/2006/relationships/font" Target="fonts/CenturyGothic-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9pPr>
          </a:lstStyle>
          <a:p/>
        </p:txBody>
      </p:sp>
      <p:sp>
        <p:nvSpPr>
          <p:cNvPr id="5" name="Google Shape;5;n"/>
          <p:cNvSpPr/>
          <p:nvPr>
            <p:ph idx="3"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entury Gothic"/>
                <a:ea typeface="Century Gothic"/>
                <a:cs typeface="Century Gothic"/>
                <a:sym typeface="Century Gothic"/>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1.</a:t>
            </a: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 name="Google Shape;47;p1: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p2: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3: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p4: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p5: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6: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7: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8: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9: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10: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11: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12: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13: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15: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16: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17: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18: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9: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20: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21: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22: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3: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24: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25: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26: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27: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8: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32:notes"/>
          <p:cNvSpPr/>
          <p:nvPr>
            <p:ph idx="2" type="sldImg"/>
          </p:nvPr>
        </p:nvSpPr>
        <p:spPr>
          <a:xfrm>
            <a:off x="1055687" y="685800"/>
            <a:ext cx="47466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e conteúdo">
  <p:cSld name="1_Título e conteúdo">
    <p:spTree>
      <p:nvGrpSpPr>
        <p:cNvPr id="43" name="Shape 43"/>
        <p:cNvGrpSpPr/>
        <p:nvPr/>
      </p:nvGrpSpPr>
      <p:grpSpPr>
        <a:xfrm>
          <a:off x="0" y="0"/>
          <a:ext cx="0" cy="0"/>
          <a:chOff x="0" y="0"/>
          <a:chExt cx="0" cy="0"/>
        </a:xfrm>
      </p:grpSpPr>
      <p:sp>
        <p:nvSpPr>
          <p:cNvPr id="44" name="Google Shape;44;p35"/>
          <p:cNvSpPr txBox="1"/>
          <p:nvPr>
            <p:ph type="title"/>
          </p:nvPr>
        </p:nvSpPr>
        <p:spPr>
          <a:xfrm>
            <a:off x="1187450" y="122238"/>
            <a:ext cx="7632600" cy="13620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sz="3500">
                <a:solidFill>
                  <a:schemeClr val="dk1"/>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21.jp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34"/>
          <p:cNvGrpSpPr/>
          <p:nvPr/>
        </p:nvGrpSpPr>
        <p:grpSpPr>
          <a:xfrm>
            <a:off x="33" y="198435"/>
            <a:ext cx="1782794" cy="5753067"/>
            <a:chOff x="2487613" y="285750"/>
            <a:chExt cx="2428875" cy="5654676"/>
          </a:xfrm>
        </p:grpSpPr>
        <p:sp>
          <p:nvSpPr>
            <p:cNvPr id="11" name="Google Shape;11;p34"/>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2" name="Google Shape;12;p34"/>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3" name="Google Shape;13;p34"/>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4" name="Google Shape;14;p34"/>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5" name="Google Shape;15;p34"/>
            <p:cNvSpPr/>
            <p:nvPr/>
          </p:nvSpPr>
          <p:spPr>
            <a:xfrm>
              <a:off x="2573338" y="2817813"/>
              <a:ext cx="700088" cy="2835274"/>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6" name="Google Shape;16;p34"/>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7" name="Google Shape;17;p34"/>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8" name="Google Shape;18;p34"/>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9" name="Google Shape;19;p34"/>
            <p:cNvSpPr/>
            <p:nvPr/>
          </p:nvSpPr>
          <p:spPr>
            <a:xfrm>
              <a:off x="3148013" y="1282700"/>
              <a:ext cx="1768475" cy="3448051"/>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0" name="Google Shape;20;p34"/>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1" name="Google Shape;21;p34"/>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2" name="Google Shape;22;p34"/>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1922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grpSp>
      <p:grpSp>
        <p:nvGrpSpPr>
          <p:cNvPr id="23" name="Google Shape;23;p34"/>
          <p:cNvGrpSpPr/>
          <p:nvPr/>
        </p:nvGrpSpPr>
        <p:grpSpPr>
          <a:xfrm>
            <a:off x="19136" y="-4"/>
            <a:ext cx="1755800" cy="5938726"/>
            <a:chOff x="6627813" y="195650"/>
            <a:chExt cx="1952625" cy="5678101"/>
          </a:xfrm>
        </p:grpSpPr>
        <p:sp>
          <p:nvSpPr>
            <p:cNvPr id="24" name="Google Shape;24;p34"/>
            <p:cNvSpPr/>
            <p:nvPr/>
          </p:nvSpPr>
          <p:spPr>
            <a:xfrm>
              <a:off x="6627813" y="195650"/>
              <a:ext cx="409575" cy="3646489"/>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5" name="Google Shape;25;p34"/>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6" name="Google Shape;26;p34"/>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7" name="Google Shape;27;p34"/>
            <p:cNvSpPr/>
            <p:nvPr/>
          </p:nvSpPr>
          <p:spPr>
            <a:xfrm>
              <a:off x="7037388" y="3811588"/>
              <a:ext cx="457200" cy="1852614"/>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8" name="Google Shape;28;p34"/>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9" name="Google Shape;29;p34"/>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0" name="Google Shape;30;p34"/>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1" name="Google Shape;31;p34"/>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2" name="Google Shape;32;p34"/>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3" name="Google Shape;33;p34"/>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4" name="Google Shape;34;p34"/>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5" name="Google Shape;35;p34"/>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grpSp>
      <p:sp>
        <p:nvSpPr>
          <p:cNvPr id="36" name="Google Shape;36;p34"/>
          <p:cNvSpPr/>
          <p:nvPr/>
        </p:nvSpPr>
        <p:spPr>
          <a:xfrm>
            <a:off x="0" y="0"/>
            <a:ext cx="165000" cy="59436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pic>
        <p:nvPicPr>
          <p:cNvPr id="37" name="Google Shape;37;p34"/>
          <p:cNvPicPr preferRelativeResize="0"/>
          <p:nvPr/>
        </p:nvPicPr>
        <p:blipFill rotWithShape="1">
          <a:blip r:embed="rId2">
            <a:alphaModFix/>
          </a:blip>
          <a:srcRect b="0" l="0" r="0" t="0"/>
          <a:stretch/>
        </p:blipFill>
        <p:spPr>
          <a:xfrm>
            <a:off x="0" y="3175"/>
            <a:ext cx="9120185" cy="6851651"/>
          </a:xfrm>
          <a:prstGeom prst="rect">
            <a:avLst/>
          </a:prstGeom>
          <a:noFill/>
          <a:ln>
            <a:noFill/>
          </a:ln>
        </p:spPr>
      </p:pic>
      <p:sp>
        <p:nvSpPr>
          <p:cNvPr id="38" name="Google Shape;38;p34"/>
          <p:cNvSpPr txBox="1"/>
          <p:nvPr/>
        </p:nvSpPr>
        <p:spPr>
          <a:xfrm>
            <a:off x="1187450" y="122237"/>
            <a:ext cx="7632600" cy="1362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3800"/>
              <a:buFont typeface="Times New Roman"/>
              <a:buNone/>
            </a:pPr>
            <a:r>
              <a:rPr b="0" i="0" lang="en-US" sz="3800" u="none" cap="none" strike="noStrike">
                <a:solidFill>
                  <a:schemeClr val="dk1"/>
                </a:solidFill>
                <a:latin typeface="Times New Roman"/>
                <a:ea typeface="Times New Roman"/>
                <a:cs typeface="Times New Roman"/>
                <a:sym typeface="Times New Roman"/>
              </a:rPr>
              <a:t>Clique para editar o estilo do título mestre</a:t>
            </a:r>
            <a:endParaRPr b="0" i="0" sz="1400" u="none" cap="none" strike="noStrike">
              <a:solidFill>
                <a:srgbClr val="000000"/>
              </a:solidFill>
              <a:latin typeface="Arial"/>
              <a:ea typeface="Arial"/>
              <a:cs typeface="Arial"/>
              <a:sym typeface="Arial"/>
            </a:endParaRPr>
          </a:p>
        </p:txBody>
      </p:sp>
      <p:sp>
        <p:nvSpPr>
          <p:cNvPr id="39" name="Google Shape;39;p34"/>
          <p:cNvSpPr txBox="1"/>
          <p:nvPr/>
        </p:nvSpPr>
        <p:spPr>
          <a:xfrm>
            <a:off x="1127125" y="1628775"/>
            <a:ext cx="7766100" cy="4968900"/>
          </a:xfrm>
          <a:prstGeom prst="rect">
            <a:avLst/>
          </a:prstGeom>
          <a:noFill/>
          <a:ln>
            <a:noFill/>
          </a:ln>
        </p:spPr>
        <p:txBody>
          <a:bodyPr anchorCtr="0" anchor="t" bIns="45700" lIns="91425" spcFirstLastPara="1" rIns="91425" wrap="square" tIns="45700">
            <a:noAutofit/>
          </a:bodyPr>
          <a:lstStyle/>
          <a:p>
            <a:pPr indent="-225425" lvl="0" marL="225425" marR="0" rtl="0" algn="l">
              <a:lnSpc>
                <a:spcPct val="100000"/>
              </a:lnSpc>
              <a:spcBef>
                <a:spcPts val="0"/>
              </a:spcBef>
              <a:spcAft>
                <a:spcPts val="0"/>
              </a:spcAft>
              <a:buClr>
                <a:schemeClr val="dk2"/>
              </a:buClr>
              <a:buSzPts val="1820"/>
              <a:buFont typeface="Noto Sans Symbols"/>
              <a:buChar char="●"/>
            </a:pPr>
            <a:r>
              <a:rPr b="0" i="0" lang="en-US" sz="2800" u="none" cap="none" strike="noStrike">
                <a:solidFill>
                  <a:schemeClr val="dk1"/>
                </a:solidFill>
                <a:latin typeface="Times New Roman"/>
                <a:ea typeface="Times New Roman"/>
                <a:cs typeface="Times New Roman"/>
                <a:sym typeface="Times New Roman"/>
              </a:rPr>
              <a:t>Clique para editar os estilos do texto mestre</a:t>
            </a:r>
            <a:endParaRPr b="0" i="0" sz="1400" u="none" cap="none" strike="noStrike">
              <a:solidFill>
                <a:srgbClr val="000000"/>
              </a:solidFill>
              <a:latin typeface="Arial"/>
              <a:ea typeface="Arial"/>
              <a:cs typeface="Arial"/>
              <a:sym typeface="Arial"/>
            </a:endParaRPr>
          </a:p>
          <a:p>
            <a:pPr indent="-223836" lvl="1" marL="568325" marR="0" rtl="0" algn="l">
              <a:lnSpc>
                <a:spcPct val="100000"/>
              </a:lnSpc>
              <a:spcBef>
                <a:spcPts val="480"/>
              </a:spcBef>
              <a:spcAft>
                <a:spcPts val="0"/>
              </a:spcAft>
              <a:buClr>
                <a:schemeClr val="hlink"/>
              </a:buClr>
              <a:buSzPts val="1560"/>
              <a:buFont typeface="Noto Sans Symbols"/>
              <a:buChar char="●"/>
            </a:pPr>
            <a:r>
              <a:rPr b="0" i="0" lang="en-US" sz="2400" u="none" cap="none" strike="noStrike">
                <a:solidFill>
                  <a:schemeClr val="dk1"/>
                </a:solidFill>
                <a:latin typeface="Times New Roman"/>
                <a:ea typeface="Times New Roman"/>
                <a:cs typeface="Times New Roman"/>
                <a:sym typeface="Times New Roman"/>
              </a:rPr>
              <a:t>Segundo nível</a:t>
            </a:r>
            <a:endParaRPr b="0" i="0" sz="1400" u="none" cap="none" strike="noStrike">
              <a:solidFill>
                <a:srgbClr val="000000"/>
              </a:solidFill>
              <a:latin typeface="Arial"/>
              <a:ea typeface="Arial"/>
              <a:cs typeface="Arial"/>
              <a:sym typeface="Arial"/>
            </a:endParaRPr>
          </a:p>
          <a:p>
            <a:pPr indent="-225425" lvl="2" marL="912812" marR="0" rtl="0" algn="l">
              <a:lnSpc>
                <a:spcPct val="100000"/>
              </a:lnSpc>
              <a:spcBef>
                <a:spcPts val="400"/>
              </a:spcBef>
              <a:spcAft>
                <a:spcPts val="0"/>
              </a:spcAft>
              <a:buClr>
                <a:schemeClr val="folHlink"/>
              </a:buClr>
              <a:buSzPts val="1300"/>
              <a:buFont typeface="Noto Sans Symbols"/>
              <a:buChar char="●"/>
            </a:pPr>
            <a:r>
              <a:rPr b="0" i="0" lang="en-US" sz="2000" u="none" cap="none" strike="noStrike">
                <a:solidFill>
                  <a:schemeClr val="dk1"/>
                </a:solidFill>
                <a:latin typeface="Times New Roman"/>
                <a:ea typeface="Times New Roman"/>
                <a:cs typeface="Times New Roman"/>
                <a:sym typeface="Times New Roman"/>
              </a:rPr>
              <a:t>Terceiro nível</a:t>
            </a:r>
            <a:endParaRPr b="0" i="0" sz="1400" u="none" cap="none" strike="noStrike">
              <a:solidFill>
                <a:srgbClr val="000000"/>
              </a:solidFill>
              <a:latin typeface="Arial"/>
              <a:ea typeface="Arial"/>
              <a:cs typeface="Arial"/>
              <a:sym typeface="Arial"/>
            </a:endParaRPr>
          </a:p>
        </p:txBody>
      </p:sp>
      <p:pic>
        <p:nvPicPr>
          <p:cNvPr id="40" name="Google Shape;40;p34"/>
          <p:cNvPicPr preferRelativeResize="0"/>
          <p:nvPr/>
        </p:nvPicPr>
        <p:blipFill rotWithShape="1">
          <a:blip r:embed="rId2">
            <a:alphaModFix/>
          </a:blip>
          <a:srcRect b="0" l="0" r="0" t="0"/>
          <a:stretch/>
        </p:blipFill>
        <p:spPr>
          <a:xfrm>
            <a:off x="0" y="6350"/>
            <a:ext cx="9120185" cy="6851651"/>
          </a:xfrm>
          <a:prstGeom prst="rect">
            <a:avLst/>
          </a:prstGeom>
          <a:noFill/>
          <a:ln>
            <a:noFill/>
          </a:ln>
        </p:spPr>
      </p:pic>
      <p:sp>
        <p:nvSpPr>
          <p:cNvPr id="41" name="Google Shape;41;p34"/>
          <p:cNvSpPr txBox="1"/>
          <p:nvPr>
            <p:ph type="title"/>
          </p:nvPr>
        </p:nvSpPr>
        <p:spPr>
          <a:xfrm>
            <a:off x="1751012" y="541337"/>
            <a:ext cx="5929200" cy="11097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100" u="none" cap="none" strike="noStrike">
                <a:solidFill>
                  <a:srgbClr val="262626"/>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3100" u="none" cap="none" strike="noStrike">
                <a:solidFill>
                  <a:srgbClr val="262626"/>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3100" u="none" cap="none" strike="noStrike">
                <a:solidFill>
                  <a:srgbClr val="262626"/>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3100" u="none" cap="none" strike="noStrike">
                <a:solidFill>
                  <a:srgbClr val="262626"/>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3100" u="none" cap="none" strike="noStrike">
                <a:solidFill>
                  <a:srgbClr val="262626"/>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42" name="Google Shape;42;p34"/>
          <p:cNvSpPr txBox="1"/>
          <p:nvPr>
            <p:ph idx="1" type="body"/>
          </p:nvPr>
        </p:nvSpPr>
        <p:spPr>
          <a:xfrm>
            <a:off x="1747837" y="1849437"/>
            <a:ext cx="5932500" cy="3367200"/>
          </a:xfrm>
          <a:prstGeom prst="rect">
            <a:avLst/>
          </a:prstGeom>
          <a:noFill/>
          <a:ln>
            <a:noFill/>
          </a:ln>
        </p:spPr>
        <p:txBody>
          <a:bodyPr anchorCtr="0" anchor="t" bIns="45700" lIns="91425" spcFirstLastPara="1" rIns="91425" wrap="square" tIns="45700">
            <a:noAutofit/>
          </a:bodyPr>
          <a:lstStyle>
            <a:lvl1pPr indent="-323850" lvl="0" marL="457200" marR="0" rtl="0" algn="l">
              <a:lnSpc>
                <a:spcPct val="100000"/>
              </a:lnSpc>
              <a:spcBef>
                <a:spcPts val="863"/>
              </a:spcBef>
              <a:spcAft>
                <a:spcPts val="0"/>
              </a:spcAft>
              <a:buClr>
                <a:schemeClr val="accent1"/>
              </a:buClr>
              <a:buSzPts val="1500"/>
              <a:buFont typeface="Noto Sans Symbols"/>
              <a:buChar char="🠶"/>
              <a:defRPr b="0" i="0" sz="1500" u="none" cap="none" strike="noStrike">
                <a:solidFill>
                  <a:srgbClr val="404040"/>
                </a:solidFill>
                <a:latin typeface="Century Gothic"/>
                <a:ea typeface="Century Gothic"/>
                <a:cs typeface="Century Gothic"/>
                <a:sym typeface="Century Gothic"/>
              </a:defRPr>
            </a:lvl1pPr>
            <a:lvl2pPr indent="-311150" lvl="1" marL="914400" marR="0" rtl="0" algn="l">
              <a:lnSpc>
                <a:spcPct val="100000"/>
              </a:lnSpc>
              <a:spcBef>
                <a:spcPts val="863"/>
              </a:spcBef>
              <a:spcAft>
                <a:spcPts val="0"/>
              </a:spcAft>
              <a:buClr>
                <a:schemeClr val="accent1"/>
              </a:buClr>
              <a:buSzPts val="1300"/>
              <a:buFont typeface="Noto Sans Symbols"/>
              <a:buChar char="🠶"/>
              <a:defRPr b="0" i="0" sz="1300" u="none" cap="none" strike="noStrike">
                <a:solidFill>
                  <a:srgbClr val="404040"/>
                </a:solidFill>
                <a:latin typeface="Century Gothic"/>
                <a:ea typeface="Century Gothic"/>
                <a:cs typeface="Century Gothic"/>
                <a:sym typeface="Century Gothic"/>
              </a:defRPr>
            </a:lvl2pPr>
            <a:lvl3pPr indent="-304800" lvl="2" marL="1371600" marR="0" rtl="0" algn="l">
              <a:lnSpc>
                <a:spcPct val="100000"/>
              </a:lnSpc>
              <a:spcBef>
                <a:spcPts val="863"/>
              </a:spcBef>
              <a:spcAft>
                <a:spcPts val="0"/>
              </a:spcAft>
              <a:buClr>
                <a:schemeClr val="accent1"/>
              </a:buClr>
              <a:buSzPts val="1200"/>
              <a:buFont typeface="Noto Sans Symbols"/>
              <a:buChar char="🠶"/>
              <a:defRPr b="0" i="0" sz="1200" u="none" cap="none" strike="noStrike">
                <a:solidFill>
                  <a:srgbClr val="404040"/>
                </a:solidFill>
                <a:latin typeface="Century Gothic"/>
                <a:ea typeface="Century Gothic"/>
                <a:cs typeface="Century Gothic"/>
                <a:sym typeface="Century Gothic"/>
              </a:defRPr>
            </a:lvl3pPr>
            <a:lvl4pPr indent="-292100" lvl="3" marL="1828800" marR="0" rtl="0" algn="l">
              <a:lnSpc>
                <a:spcPct val="100000"/>
              </a:lnSpc>
              <a:spcBef>
                <a:spcPts val="863"/>
              </a:spcBef>
              <a:spcAft>
                <a:spcPts val="0"/>
              </a:spcAft>
              <a:buClr>
                <a:schemeClr val="accent1"/>
              </a:buClr>
              <a:buSzPts val="1000"/>
              <a:buFont typeface="Noto Sans Symbols"/>
              <a:buChar char="🠶"/>
              <a:defRPr b="0" i="0" sz="1000" u="none" cap="none" strike="noStrike">
                <a:solidFill>
                  <a:srgbClr val="404040"/>
                </a:solidFill>
                <a:latin typeface="Century Gothic"/>
                <a:ea typeface="Century Gothic"/>
                <a:cs typeface="Century Gothic"/>
                <a:sym typeface="Century Gothic"/>
              </a:defRPr>
            </a:lvl4pPr>
            <a:lvl5pPr indent="-292100" lvl="4" marL="2286000" marR="0" rtl="0" algn="l">
              <a:lnSpc>
                <a:spcPct val="100000"/>
              </a:lnSpc>
              <a:spcBef>
                <a:spcPts val="863"/>
              </a:spcBef>
              <a:spcAft>
                <a:spcPts val="0"/>
              </a:spcAft>
              <a:buClr>
                <a:schemeClr val="accent1"/>
              </a:buClr>
              <a:buSzPts val="1000"/>
              <a:buFont typeface="Noto Sans Symbols"/>
              <a:buChar char="🠶"/>
              <a:defRPr b="0" i="0" sz="1000" u="none" cap="none" strike="noStrike">
                <a:solidFill>
                  <a:srgbClr val="404040"/>
                </a:solidFill>
                <a:latin typeface="Century Gothic"/>
                <a:ea typeface="Century Gothic"/>
                <a:cs typeface="Century Gothic"/>
                <a:sym typeface="Century Gothic"/>
              </a:defRPr>
            </a:lvl5pPr>
            <a:lvl6pPr indent="-294639" lvl="5" marL="2743200" marR="0" rtl="0" algn="l">
              <a:lnSpc>
                <a:spcPct val="100000"/>
              </a:lnSpc>
              <a:spcBef>
                <a:spcPts val="867"/>
              </a:spcBef>
              <a:spcAft>
                <a:spcPts val="0"/>
              </a:spcAft>
              <a:buClr>
                <a:schemeClr val="accent1"/>
              </a:buClr>
              <a:buSzPts val="1040"/>
              <a:buFont typeface="Noto Sans Symbols"/>
              <a:buChar char="🠶"/>
              <a:defRPr b="0" i="0" sz="1040" u="none" cap="none" strike="noStrike">
                <a:solidFill>
                  <a:srgbClr val="3F3F3F"/>
                </a:solidFill>
                <a:latin typeface="Century Gothic"/>
                <a:ea typeface="Century Gothic"/>
                <a:cs typeface="Century Gothic"/>
                <a:sym typeface="Century Gothic"/>
              </a:defRPr>
            </a:lvl6pPr>
            <a:lvl7pPr indent="-294639" lvl="6" marL="3200400" marR="0" rtl="0" algn="l">
              <a:lnSpc>
                <a:spcPct val="100000"/>
              </a:lnSpc>
              <a:spcBef>
                <a:spcPts val="867"/>
              </a:spcBef>
              <a:spcAft>
                <a:spcPts val="0"/>
              </a:spcAft>
              <a:buClr>
                <a:schemeClr val="accent1"/>
              </a:buClr>
              <a:buSzPts val="1040"/>
              <a:buFont typeface="Noto Sans Symbols"/>
              <a:buChar char="🠶"/>
              <a:defRPr b="0" i="0" sz="1040" u="none" cap="none" strike="noStrike">
                <a:solidFill>
                  <a:srgbClr val="3F3F3F"/>
                </a:solidFill>
                <a:latin typeface="Century Gothic"/>
                <a:ea typeface="Century Gothic"/>
                <a:cs typeface="Century Gothic"/>
                <a:sym typeface="Century Gothic"/>
              </a:defRPr>
            </a:lvl7pPr>
            <a:lvl8pPr indent="-294640" lvl="7" marL="3657600" marR="0" rtl="0" algn="l">
              <a:lnSpc>
                <a:spcPct val="100000"/>
              </a:lnSpc>
              <a:spcBef>
                <a:spcPts val="867"/>
              </a:spcBef>
              <a:spcAft>
                <a:spcPts val="0"/>
              </a:spcAft>
              <a:buClr>
                <a:schemeClr val="accent1"/>
              </a:buClr>
              <a:buSzPts val="1040"/>
              <a:buFont typeface="Noto Sans Symbols"/>
              <a:buChar char="🠶"/>
              <a:defRPr b="0" i="0" sz="1040" u="none" cap="none" strike="noStrike">
                <a:solidFill>
                  <a:srgbClr val="3F3F3F"/>
                </a:solidFill>
                <a:latin typeface="Century Gothic"/>
                <a:ea typeface="Century Gothic"/>
                <a:cs typeface="Century Gothic"/>
                <a:sym typeface="Century Gothic"/>
              </a:defRPr>
            </a:lvl8pPr>
            <a:lvl9pPr indent="-294640" lvl="8" marL="4114800" marR="0" rtl="0" algn="l">
              <a:lnSpc>
                <a:spcPct val="100000"/>
              </a:lnSpc>
              <a:spcBef>
                <a:spcPts val="867"/>
              </a:spcBef>
              <a:spcAft>
                <a:spcPts val="0"/>
              </a:spcAft>
              <a:buClr>
                <a:schemeClr val="accent1"/>
              </a:buClr>
              <a:buSzPts val="1040"/>
              <a:buFont typeface="Noto Sans Symbols"/>
              <a:buChar char="🠶"/>
              <a:defRPr b="0" i="0" sz="1040" u="none" cap="none" strike="noStrike">
                <a:solidFill>
                  <a:srgbClr val="3F3F3F"/>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ph idx="4294967295" type="body"/>
          </p:nvPr>
        </p:nvSpPr>
        <p:spPr>
          <a:xfrm>
            <a:off x="539950" y="1918675"/>
            <a:ext cx="7623300" cy="2867100"/>
          </a:xfrm>
          <a:prstGeom prst="rect">
            <a:avLst/>
          </a:prstGeom>
          <a:noFill/>
          <a:ln>
            <a:noFill/>
          </a:ln>
        </p:spPr>
        <p:txBody>
          <a:bodyPr anchorCtr="0" anchor="t" bIns="45700" lIns="91425" spcFirstLastPara="1" rIns="91425" wrap="square" tIns="45700">
            <a:noAutofit/>
          </a:bodyPr>
          <a:lstStyle/>
          <a:p>
            <a:pPr indent="-296862" lvl="0" marL="296862" marR="0" rtl="0" algn="ctr">
              <a:lnSpc>
                <a:spcPct val="100000"/>
              </a:lnSpc>
              <a:spcBef>
                <a:spcPts val="0"/>
              </a:spcBef>
              <a:spcAft>
                <a:spcPts val="0"/>
              </a:spcAft>
              <a:buClr>
                <a:schemeClr val="accent1"/>
              </a:buClr>
              <a:buSzPts val="3600"/>
              <a:buFont typeface="Noto Sans Symbols"/>
              <a:buNone/>
            </a:pPr>
            <a:r>
              <a:rPr b="1" i="0" lang="en-US" sz="3600" u="none" cap="none" strike="noStrike">
                <a:solidFill>
                  <a:srgbClr val="404040"/>
                </a:solidFill>
              </a:rPr>
              <a:t>Introdução aos Projetos</a:t>
            </a:r>
            <a:endParaRPr b="1"/>
          </a:p>
        </p:txBody>
      </p:sp>
      <p:sp>
        <p:nvSpPr>
          <p:cNvPr id="50" name="Google Shape;50;p1"/>
          <p:cNvSpPr txBox="1"/>
          <p:nvPr/>
        </p:nvSpPr>
        <p:spPr>
          <a:xfrm>
            <a:off x="477250" y="3709975"/>
            <a:ext cx="7686000" cy="1590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entury Gothic"/>
              <a:buNone/>
            </a:pPr>
            <a:r>
              <a:rPr b="1" i="0" lang="en-US" sz="2000" u="none" cap="none" strike="noStrike">
                <a:solidFill>
                  <a:schemeClr val="dk1"/>
                </a:solidFill>
                <a:latin typeface="Century Gothic"/>
                <a:ea typeface="Century Gothic"/>
                <a:cs typeface="Century Gothic"/>
                <a:sym typeface="Century Gothic"/>
              </a:rPr>
              <a:t>Profs</a:t>
            </a:r>
            <a:r>
              <a:rPr b="0" i="0" lang="en-US" sz="2000" u="none" cap="none" strike="noStrike">
                <a:solidFill>
                  <a:schemeClr val="dk1"/>
                </a:solidFill>
                <a:latin typeface="Century Gothic"/>
                <a:ea typeface="Century Gothic"/>
                <a:cs typeface="Century Gothic"/>
                <a:sym typeface="Century Gothic"/>
              </a:rPr>
              <a:t>: André Luiz de Moraes</a:t>
            </a:r>
            <a:endParaRPr b="0" i="0" sz="2000" u="none" cap="none" strike="noStrike">
              <a:solidFill>
                <a:schemeClr val="dk1"/>
              </a:solidFill>
              <a:latin typeface="Century Gothic"/>
              <a:ea typeface="Century Gothic"/>
              <a:cs typeface="Century Gothic"/>
              <a:sym typeface="Century Gothic"/>
            </a:endParaRPr>
          </a:p>
          <a:p>
            <a:pPr indent="0" lvl="0" marL="0" rtl="0" algn="ctr">
              <a:spcBef>
                <a:spcPts val="400"/>
              </a:spcBef>
              <a:spcAft>
                <a:spcPts val="0"/>
              </a:spcAft>
              <a:buClr>
                <a:schemeClr val="dk1"/>
              </a:buClr>
              <a:buSzPts val="2000"/>
              <a:buFont typeface="Century Gothic"/>
              <a:buNone/>
            </a:pPr>
            <a:r>
              <a:rPr lang="en-US" sz="2000">
                <a:solidFill>
                  <a:schemeClr val="dk1"/>
                </a:solidFill>
                <a:latin typeface="Century Gothic"/>
                <a:ea typeface="Century Gothic"/>
                <a:cs typeface="Century Gothic"/>
                <a:sym typeface="Century Gothic"/>
              </a:rPr>
              <a:t>João Eduardo Navachi da Silveira</a:t>
            </a:r>
            <a:endParaRPr sz="2000">
              <a:solidFill>
                <a:schemeClr val="dk1"/>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chemeClr val="dk1"/>
              </a:buClr>
              <a:buSzPts val="2000"/>
              <a:buFont typeface="Century Gothic"/>
              <a:buNone/>
            </a:pPr>
            <a:r>
              <a:rPr lang="en-US" sz="2000">
                <a:solidFill>
                  <a:schemeClr val="dk1"/>
                </a:solidFill>
                <a:latin typeface="Century Gothic"/>
                <a:ea typeface="Century Gothic"/>
                <a:cs typeface="Century Gothic"/>
                <a:sym typeface="Century Gothic"/>
              </a:rPr>
              <a:t>Mariana Leal Fernandes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chemeClr val="dk1"/>
              </a:buClr>
              <a:buSzPts val="2000"/>
              <a:buFont typeface="Century Gothic"/>
              <a:buNone/>
            </a:pPr>
            <a:r>
              <a:rPr b="0" i="0" lang="en-US" sz="2000" u="none" cap="none" strike="noStrike">
                <a:solidFill>
                  <a:schemeClr val="dk1"/>
                </a:solidFill>
                <a:latin typeface="Century Gothic"/>
                <a:ea typeface="Century Gothic"/>
                <a:cs typeface="Century Gothic"/>
                <a:sym typeface="Century Gothic"/>
              </a:rPr>
              <a:t>Rodrigo Cândido da Silva</a:t>
            </a:r>
            <a:endParaRPr b="0" i="0" sz="2000" u="none" cap="none" strike="noStrike">
              <a:solidFill>
                <a:schemeClr val="dk1"/>
              </a:solidFill>
              <a:latin typeface="Century Gothic"/>
              <a:ea typeface="Century Gothic"/>
              <a:cs typeface="Century Gothic"/>
              <a:sym typeface="Century Gothic"/>
            </a:endParaRPr>
          </a:p>
          <a:p>
            <a:pPr indent="0" lvl="0" marL="0" marR="0" rtl="0" algn="ctr">
              <a:lnSpc>
                <a:spcPct val="100000"/>
              </a:lnSpc>
              <a:spcBef>
                <a:spcPts val="400"/>
              </a:spcBef>
              <a:spcAft>
                <a:spcPts val="0"/>
              </a:spcAft>
              <a:buClr>
                <a:schemeClr val="dk1"/>
              </a:buClr>
              <a:buSzPts val="2000"/>
              <a:buFont typeface="Century Gothic"/>
              <a:buNone/>
            </a:pPr>
            <a:r>
              <a:t/>
            </a:r>
            <a:endParaRPr sz="2000">
              <a:solidFill>
                <a:schemeClr val="dk1"/>
              </a:solidFill>
              <a:latin typeface="Century Gothic"/>
              <a:ea typeface="Century Gothic"/>
              <a:cs typeface="Century Gothic"/>
              <a:sym typeface="Century Gothic"/>
            </a:endParaRPr>
          </a:p>
          <a:p>
            <a:pPr indent="0" lvl="0" marL="0" marR="0" rtl="0" algn="ctr">
              <a:lnSpc>
                <a:spcPct val="100000"/>
              </a:lnSpc>
              <a:spcBef>
                <a:spcPts val="400"/>
              </a:spcBef>
              <a:spcAft>
                <a:spcPts val="0"/>
              </a:spcAft>
              <a:buClr>
                <a:schemeClr val="dk1"/>
              </a:buClr>
              <a:buSzPts val="2000"/>
              <a:buFont typeface="Century Gothic"/>
              <a:buNone/>
            </a:pPr>
            <a:r>
              <a:rPr b="1" i="0" lang="en-US" sz="2000" u="none" cap="none" strike="noStrike">
                <a:solidFill>
                  <a:schemeClr val="dk1"/>
                </a:solidFill>
                <a:latin typeface="Century Gothic"/>
                <a:ea typeface="Century Gothic"/>
                <a:cs typeface="Century Gothic"/>
                <a:sym typeface="Century Gothic"/>
              </a:rPr>
              <a:t>Unidade Curricular</a:t>
            </a:r>
            <a:r>
              <a:rPr b="0" i="0" lang="en-US" sz="2000" u="none" cap="none" strike="noStrike">
                <a:solidFill>
                  <a:schemeClr val="dk1"/>
                </a:solidFill>
                <a:latin typeface="Century Gothic"/>
                <a:ea typeface="Century Gothic"/>
                <a:cs typeface="Century Gothic"/>
                <a:sym typeface="Century Gothic"/>
              </a:rPr>
              <a:t>: Projeto Integrador I 2020</a:t>
            </a:r>
            <a:endParaRPr b="0" i="0" sz="2000" u="none" cap="none" strike="noStrike">
              <a:solidFill>
                <a:schemeClr val="dk1"/>
              </a:solidFill>
              <a:latin typeface="Century Gothic"/>
              <a:ea typeface="Century Gothic"/>
              <a:cs typeface="Century Gothic"/>
              <a:sym typeface="Century Gothic"/>
            </a:endParaRPr>
          </a:p>
          <a:p>
            <a:pPr indent="0" lvl="0" marL="0" marR="0" rtl="0" algn="ctr">
              <a:lnSpc>
                <a:spcPct val="100000"/>
              </a:lnSpc>
              <a:spcBef>
                <a:spcPts val="400"/>
              </a:spcBef>
              <a:spcAft>
                <a:spcPts val="0"/>
              </a:spcAft>
              <a:buClr>
                <a:schemeClr val="dk1"/>
              </a:buClr>
              <a:buSzPts val="2000"/>
              <a:buFont typeface="Century Gothic"/>
              <a:buNone/>
            </a:pPr>
            <a:r>
              <a:rPr lang="en-US" sz="2000">
                <a:solidFill>
                  <a:schemeClr val="dk1"/>
                </a:solidFill>
                <a:latin typeface="Century Gothic"/>
                <a:ea typeface="Century Gothic"/>
                <a:cs typeface="Century Gothic"/>
                <a:sym typeface="Century Gothic"/>
              </a:rPr>
              <a:t>Técnico Integrado em Informática</a:t>
            </a:r>
            <a:endParaRPr sz="2000">
              <a:solidFill>
                <a:schemeClr val="dk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2"/>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Conceituação de Projetos</a:t>
            </a:r>
            <a:endParaRPr/>
          </a:p>
        </p:txBody>
      </p:sp>
      <p:pic>
        <p:nvPicPr>
          <p:cNvPr descr="Tela de celular com texto preto sobre fundo branco&#10;&#10;Descrição gerada automaticamente" id="56" name="Google Shape;56;p2"/>
          <p:cNvPicPr preferRelativeResize="0"/>
          <p:nvPr/>
        </p:nvPicPr>
        <p:blipFill rotWithShape="1">
          <a:blip r:embed="rId3">
            <a:alphaModFix/>
          </a:blip>
          <a:srcRect b="0" l="0" r="0" t="0"/>
          <a:stretch/>
        </p:blipFill>
        <p:spPr>
          <a:xfrm>
            <a:off x="1450675" y="1279312"/>
            <a:ext cx="7089775" cy="4987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Conceituação de Projetos</a:t>
            </a:r>
            <a:endParaRPr/>
          </a:p>
        </p:txBody>
      </p:sp>
      <p:pic>
        <p:nvPicPr>
          <p:cNvPr descr="Tela de celular com texto preto sobre fundo branco&#10;&#10;Descrição gerada automaticamente" id="62" name="Google Shape;62;p3"/>
          <p:cNvPicPr preferRelativeResize="0"/>
          <p:nvPr/>
        </p:nvPicPr>
        <p:blipFill rotWithShape="1">
          <a:blip r:embed="rId3">
            <a:alphaModFix/>
          </a:blip>
          <a:srcRect b="0" l="0" r="0" t="0"/>
          <a:stretch/>
        </p:blipFill>
        <p:spPr>
          <a:xfrm>
            <a:off x="935037" y="1520825"/>
            <a:ext cx="7273925" cy="3492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4"/>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Conceituação de Projetos</a:t>
            </a:r>
            <a:endParaRPr/>
          </a:p>
        </p:txBody>
      </p:sp>
      <p:pic>
        <p:nvPicPr>
          <p:cNvPr descr="Mapa colorido com texto preto sobre fundo branco&#10;&#10;Descrição gerada automaticamente" id="68" name="Google Shape;68;p4"/>
          <p:cNvPicPr preferRelativeResize="0"/>
          <p:nvPr/>
        </p:nvPicPr>
        <p:blipFill rotWithShape="1">
          <a:blip r:embed="rId3">
            <a:alphaModFix/>
          </a:blip>
          <a:srcRect b="0" l="0" r="0" t="0"/>
          <a:stretch/>
        </p:blipFill>
        <p:spPr>
          <a:xfrm>
            <a:off x="863600" y="1438275"/>
            <a:ext cx="7458075" cy="37290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5"/>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Conceituação de Projetos</a:t>
            </a:r>
            <a:endParaRPr/>
          </a:p>
        </p:txBody>
      </p:sp>
      <p:pic>
        <p:nvPicPr>
          <p:cNvPr descr="Tela de celular com publicação numa rede social&#10;&#10;Descrição gerada automaticamente" id="74" name="Google Shape;74;p5"/>
          <p:cNvPicPr preferRelativeResize="0"/>
          <p:nvPr/>
        </p:nvPicPr>
        <p:blipFill rotWithShape="1">
          <a:blip r:embed="rId3">
            <a:alphaModFix/>
          </a:blip>
          <a:srcRect b="0" l="0" r="0" t="0"/>
          <a:stretch/>
        </p:blipFill>
        <p:spPr>
          <a:xfrm>
            <a:off x="234712" y="1763400"/>
            <a:ext cx="8770449" cy="37406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6"/>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Tipos de Projetos</a:t>
            </a:r>
            <a:endParaRPr/>
          </a:p>
        </p:txBody>
      </p:sp>
      <p:sp>
        <p:nvSpPr>
          <p:cNvPr id="80" name="Google Shape;80;p6"/>
          <p:cNvSpPr txBox="1"/>
          <p:nvPr/>
        </p:nvSpPr>
        <p:spPr>
          <a:xfrm>
            <a:off x="1481137" y="1819275"/>
            <a:ext cx="6132512" cy="2862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Gothic"/>
              <a:buNone/>
            </a:pPr>
            <a:r>
              <a:rPr b="1" i="0" lang="en-US" sz="1800" u="none" cap="none" strike="noStrike">
                <a:solidFill>
                  <a:schemeClr val="dk1"/>
                </a:solidFill>
                <a:latin typeface="Century Gothic"/>
                <a:ea typeface="Century Gothic"/>
                <a:cs typeface="Century Gothic"/>
                <a:sym typeface="Century Gothic"/>
              </a:rPr>
              <a:t>Projetos sociais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Esse tipo de projeto pode ser tanto individual quanto coletivo.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O objetivo principal é proporcionar melhoria na qualidade de vida de pessoas e/ou comunidades. O ponto de partida desses projetos, que na maioria das vezes não envolvem nenhum tipo de remuneração, é sempre a realidade da sociedade misturada com o desejo de transformá-la.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Tipos de Projetos</a:t>
            </a:r>
            <a:endParaRPr/>
          </a:p>
        </p:txBody>
      </p:sp>
      <p:sp>
        <p:nvSpPr>
          <p:cNvPr id="86" name="Google Shape;86;p7"/>
          <p:cNvSpPr txBox="1"/>
          <p:nvPr/>
        </p:nvSpPr>
        <p:spPr>
          <a:xfrm>
            <a:off x="1481137" y="1819275"/>
            <a:ext cx="5843587" cy="2584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Gothic"/>
              <a:buNone/>
            </a:pPr>
            <a:r>
              <a:rPr b="1" i="0" lang="en-US" sz="1800" u="none" cap="none" strike="noStrike">
                <a:solidFill>
                  <a:schemeClr val="dk1"/>
                </a:solidFill>
                <a:latin typeface="Century Gothic"/>
                <a:ea typeface="Century Gothic"/>
                <a:cs typeface="Century Gothic"/>
                <a:sym typeface="Century Gothic"/>
              </a:rPr>
              <a:t>Projetos culturais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Têm como foco levar qualquer tipo de manifestação artística para a população, como, por exemplo, a dança, a música e o teatro. Os resultados dos projetos culturais podem ser diversos: produção de filmes, produção de livros, restauração de museus etc. A realização desse tipo de projeto nem sempre gera retorno financeiro.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Tipos de Projetos</a:t>
            </a:r>
            <a:endParaRPr/>
          </a:p>
        </p:txBody>
      </p:sp>
      <p:sp>
        <p:nvSpPr>
          <p:cNvPr id="92" name="Google Shape;92;p8"/>
          <p:cNvSpPr txBox="1"/>
          <p:nvPr/>
        </p:nvSpPr>
        <p:spPr>
          <a:xfrm>
            <a:off x="1481137" y="1819275"/>
            <a:ext cx="5843587" cy="2584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Gothic"/>
              <a:buNone/>
            </a:pPr>
            <a:r>
              <a:rPr b="1" i="0" lang="en-US" sz="1800" u="none" cap="none" strike="noStrike">
                <a:solidFill>
                  <a:schemeClr val="dk1"/>
                </a:solidFill>
                <a:latin typeface="Century Gothic"/>
                <a:ea typeface="Century Gothic"/>
                <a:cs typeface="Century Gothic"/>
                <a:sym typeface="Century Gothic"/>
              </a:rPr>
              <a:t>Projetos de pesquisa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Em um projeto de pesquisa, o pesquisador descreve o que ele quer pesquisar, quais as intenções da pesquisa, quanto tempo ele levará e qual é o custo estimado do projeto. Um profissional da área da saúde, como um médico, por exemplo, pode desenvolver um projeto de pesquisa em busca da cura para um determinado problema de saúde.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9"/>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Tipos de Projetos</a:t>
            </a:r>
            <a:endParaRPr/>
          </a:p>
        </p:txBody>
      </p:sp>
      <p:sp>
        <p:nvSpPr>
          <p:cNvPr id="98" name="Google Shape;98;p9"/>
          <p:cNvSpPr txBox="1"/>
          <p:nvPr/>
        </p:nvSpPr>
        <p:spPr>
          <a:xfrm>
            <a:off x="1481137" y="1819275"/>
            <a:ext cx="5843587" cy="2308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Gothic"/>
              <a:buNone/>
            </a:pPr>
            <a:r>
              <a:rPr b="1" i="0" lang="en-US" sz="1800" u="none" cap="none" strike="noStrike">
                <a:solidFill>
                  <a:schemeClr val="dk1"/>
                </a:solidFill>
                <a:latin typeface="Century Gothic"/>
                <a:ea typeface="Century Gothic"/>
                <a:cs typeface="Century Gothic"/>
                <a:sym typeface="Century Gothic"/>
              </a:rPr>
              <a:t>Projetos de extensão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Os projetos de extensão são aqueles que ampliam a atuação do campus para além das salas de aula, articulando a prática do conhecimento científico do ensino e da pesquisa com as necessidades da comunidade onde a instituição se insere, interagindo e transformando a realidade social.</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Pode ter foco em diversas áreas: cultura, saúde, educação ambiental, social, direitos humanos, geração de renda, entre outros.</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0"/>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Tipos de Projetos</a:t>
            </a:r>
            <a:endParaRPr/>
          </a:p>
        </p:txBody>
      </p:sp>
      <p:sp>
        <p:nvSpPr>
          <p:cNvPr id="104" name="Google Shape;104;p10"/>
          <p:cNvSpPr txBox="1"/>
          <p:nvPr/>
        </p:nvSpPr>
        <p:spPr>
          <a:xfrm>
            <a:off x="1481137" y="1819275"/>
            <a:ext cx="5843587" cy="14779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Gothic"/>
              <a:buNone/>
            </a:pPr>
            <a:r>
              <a:rPr b="1" i="0" lang="en-US" sz="1800" u="none" cap="none" strike="noStrike">
                <a:solidFill>
                  <a:schemeClr val="dk1"/>
                </a:solidFill>
                <a:latin typeface="Century Gothic"/>
                <a:ea typeface="Century Gothic"/>
                <a:cs typeface="Century Gothic"/>
                <a:sym typeface="Century Gothic"/>
              </a:rPr>
              <a:t>Projetos de desenvolvimento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São projetos cujo resultado é a criação de um produto ou serviço, a fim de atender a necessidade de um conjunto de pessoas, organizações ou governo.</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Ex.: </a:t>
            </a:r>
            <a:endParaRPr b="0"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Projeto de construção de uma casa (pessoa)</a:t>
            </a:r>
            <a:endParaRPr b="0"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Projeto de implantação de um programa de qualidade ou campanha publicitária (empresa) </a:t>
            </a:r>
            <a:endParaRPr b="0"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Projeto de assistência aos idosos (governo)</a:t>
            </a:r>
            <a:endParaRPr b="0" i="0" sz="1800" u="none" cap="none" strike="noStrike">
              <a:solidFill>
                <a:schemeClr val="dk1"/>
              </a:solidFill>
              <a:latin typeface="Century Gothic"/>
              <a:ea typeface="Century Gothic"/>
              <a:cs typeface="Century Gothic"/>
              <a:sym typeface="Century Gothic"/>
            </a:endParaRPr>
          </a:p>
          <a:p>
            <a:pPr indent="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1"/>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Resumindo...</a:t>
            </a:r>
            <a:endParaRPr/>
          </a:p>
        </p:txBody>
      </p:sp>
      <p:sp>
        <p:nvSpPr>
          <p:cNvPr id="110" name="Google Shape;110;p11"/>
          <p:cNvSpPr txBox="1"/>
          <p:nvPr/>
        </p:nvSpPr>
        <p:spPr>
          <a:xfrm>
            <a:off x="1123175" y="1338900"/>
            <a:ext cx="7068600" cy="4249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Gothic"/>
              <a:buNone/>
            </a:pPr>
            <a:r>
              <a:rPr b="1" i="0" lang="en-US" sz="1800" u="none" cap="none" strike="noStrike">
                <a:solidFill>
                  <a:schemeClr val="dk1"/>
                </a:solidFill>
                <a:latin typeface="Century Gothic"/>
                <a:ea typeface="Century Gothic"/>
                <a:cs typeface="Century Gothic"/>
                <a:sym typeface="Century Gothic"/>
              </a:rPr>
              <a:t>Conforme o tipo do projeto, os seus resultados podem ser....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t/>
            </a:r>
            <a:endParaRPr b="1"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 Um produto;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 Um serviço;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 Uma melhoria;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Century Gothic"/>
              <a:buNone/>
            </a:pPr>
            <a:r>
              <a:rPr b="0" i="0" lang="en-US" sz="1800" u="none" cap="none" strike="noStrike">
                <a:solidFill>
                  <a:schemeClr val="dk1"/>
                </a:solidFill>
                <a:latin typeface="Century Gothic"/>
                <a:ea typeface="Century Gothic"/>
                <a:cs typeface="Century Gothic"/>
                <a:sym typeface="Century Gothic"/>
              </a:rPr>
              <a:t>- Um artigo.</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rPr b="1" i="0" lang="en-US" sz="1800" u="none" cap="none" strike="noStrike">
                <a:solidFill>
                  <a:schemeClr val="dk1"/>
                </a:solidFill>
                <a:latin typeface="Century Gothic"/>
                <a:ea typeface="Century Gothic"/>
                <a:cs typeface="Century Gothic"/>
                <a:sym typeface="Century Gothic"/>
              </a:rPr>
              <a:t>Para o nosso PI os resultados poderão ser os mais variados:</a:t>
            </a:r>
            <a:endParaRPr b="1"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Campanha</a:t>
            </a:r>
            <a:endParaRPr b="0"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Vídeo, blog, documentários ou site retratando a temática</a:t>
            </a:r>
            <a:endParaRPr b="0"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Pesquisas de comportamento</a:t>
            </a:r>
            <a:endParaRPr b="0"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Melhoria em determinado processo</a:t>
            </a:r>
            <a:endParaRPr b="0" i="0" sz="1800" u="none" cap="none" strike="noStrike">
              <a:solidFill>
                <a:schemeClr val="dk1"/>
              </a:solidFill>
              <a:latin typeface="Century Gothic"/>
              <a:ea typeface="Century Gothic"/>
              <a:cs typeface="Century Gothic"/>
              <a:sym typeface="Century Gothic"/>
            </a:endParaRPr>
          </a:p>
          <a:p>
            <a:pPr indent="-342900" lvl="0" marL="457200" marR="0" rtl="0" algn="just">
              <a:lnSpc>
                <a:spcPct val="100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Enfim: O que a criatividade permitir!</a:t>
            </a:r>
            <a:endParaRPr b="0" i="0" sz="1800" u="none" cap="none" strike="noStrike">
              <a:solidFill>
                <a:schemeClr val="dk1"/>
              </a:solidFill>
              <a:latin typeface="Century Gothic"/>
              <a:ea typeface="Century Gothic"/>
              <a:cs typeface="Century Gothic"/>
              <a:sym typeface="Century Gothic"/>
            </a:endParaRPr>
          </a:p>
          <a:p>
            <a:pPr indent="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sp>
        <p:nvSpPr>
          <p:cNvPr id="116" name="Google Shape;116;p12"/>
          <p:cNvSpPr txBox="1"/>
          <p:nvPr/>
        </p:nvSpPr>
        <p:spPr>
          <a:xfrm>
            <a:off x="1445688" y="2349175"/>
            <a:ext cx="6687600" cy="111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Century Gothic"/>
                <a:ea typeface="Century Gothic"/>
                <a:cs typeface="Century Gothic"/>
                <a:sym typeface="Century Gothic"/>
              </a:rPr>
              <a:t>Orientações Metodológicas para Elaboração do Projetos</a:t>
            </a:r>
            <a:endParaRPr b="1" i="0" sz="33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3"/>
          <p:cNvSpPr txBox="1"/>
          <p:nvPr>
            <p:ph type="title"/>
          </p:nvPr>
        </p:nvSpPr>
        <p:spPr>
          <a:xfrm>
            <a:off x="1079500" y="12858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Uma imagem contendo screenshot&#10;&#10;Descrição gerada automaticamente" id="122" name="Google Shape;122;p13"/>
          <p:cNvPicPr preferRelativeResize="0"/>
          <p:nvPr/>
        </p:nvPicPr>
        <p:blipFill rotWithShape="1">
          <a:blip r:embed="rId3">
            <a:alphaModFix/>
          </a:blip>
          <a:srcRect b="0" l="0" r="0" t="0"/>
          <a:stretch/>
        </p:blipFill>
        <p:spPr>
          <a:xfrm>
            <a:off x="1509712" y="1119187"/>
            <a:ext cx="6423025" cy="48244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Uma imagem contendo comida&#10;&#10;Descrição gerada automaticamente" id="128" name="Google Shape;128;p15"/>
          <p:cNvPicPr preferRelativeResize="0"/>
          <p:nvPr/>
        </p:nvPicPr>
        <p:blipFill rotWithShape="1">
          <a:blip r:embed="rId3">
            <a:alphaModFix/>
          </a:blip>
          <a:srcRect b="47379" l="0" r="0" t="0"/>
          <a:stretch/>
        </p:blipFill>
        <p:spPr>
          <a:xfrm>
            <a:off x="696600" y="1698100"/>
            <a:ext cx="7419976" cy="2015651"/>
          </a:xfrm>
          <a:prstGeom prst="rect">
            <a:avLst/>
          </a:prstGeom>
          <a:noFill/>
          <a:ln>
            <a:noFill/>
          </a:ln>
        </p:spPr>
      </p:pic>
      <p:sp>
        <p:nvSpPr>
          <p:cNvPr id="129" name="Google Shape;129;p15"/>
          <p:cNvSpPr txBox="1"/>
          <p:nvPr/>
        </p:nvSpPr>
        <p:spPr>
          <a:xfrm>
            <a:off x="1235763" y="4172025"/>
            <a:ext cx="6880800" cy="119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Century Gothic"/>
                <a:ea typeface="Century Gothic"/>
                <a:cs typeface="Century Gothic"/>
                <a:sym typeface="Century Gothic"/>
              </a:rPr>
              <a:t>Qual o nosso tema? O que temos interesse em pesquisar? O que já sabemos a respeito?</a:t>
            </a:r>
            <a:endParaRPr b="0" i="0" sz="23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6"/>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Uma imagem contendo frutas, comida&#10;&#10;Descrição gerada automaticamente" id="135" name="Google Shape;135;p16"/>
          <p:cNvPicPr preferRelativeResize="0"/>
          <p:nvPr/>
        </p:nvPicPr>
        <p:blipFill rotWithShape="1">
          <a:blip r:embed="rId3">
            <a:alphaModFix/>
          </a:blip>
          <a:srcRect b="0" l="0" r="0" t="0"/>
          <a:stretch/>
        </p:blipFill>
        <p:spPr>
          <a:xfrm>
            <a:off x="1771650" y="1387475"/>
            <a:ext cx="5851525" cy="3987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Uma imagem contendo desenho&#10;&#10;Descrição gerada automaticamente" id="141" name="Google Shape;141;p17"/>
          <p:cNvPicPr preferRelativeResize="0"/>
          <p:nvPr/>
        </p:nvPicPr>
        <p:blipFill rotWithShape="1">
          <a:blip r:embed="rId3">
            <a:alphaModFix/>
          </a:blip>
          <a:srcRect b="42452" l="0" r="0" t="0"/>
          <a:stretch/>
        </p:blipFill>
        <p:spPr>
          <a:xfrm>
            <a:off x="971550" y="1577975"/>
            <a:ext cx="6905625" cy="1852750"/>
          </a:xfrm>
          <a:prstGeom prst="rect">
            <a:avLst/>
          </a:prstGeom>
          <a:noFill/>
          <a:ln>
            <a:noFill/>
          </a:ln>
        </p:spPr>
      </p:pic>
      <p:sp>
        <p:nvSpPr>
          <p:cNvPr id="142" name="Google Shape;142;p17"/>
          <p:cNvSpPr txBox="1"/>
          <p:nvPr/>
        </p:nvSpPr>
        <p:spPr>
          <a:xfrm>
            <a:off x="1484175" y="3913550"/>
            <a:ext cx="6393000" cy="1848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Century Gothic"/>
                <a:ea typeface="Century Gothic"/>
                <a:cs typeface="Century Gothic"/>
                <a:sym typeface="Century Gothic"/>
              </a:rPr>
              <a:t>Orientações e procedimentos a serem seguidos.</a:t>
            </a:r>
            <a:endParaRPr b="0" i="0" sz="23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Uma imagem contendo desenho&#10;&#10;Descrição gerada automaticamente" id="148" name="Google Shape;148;p18"/>
          <p:cNvPicPr preferRelativeResize="0"/>
          <p:nvPr/>
        </p:nvPicPr>
        <p:blipFill rotWithShape="1">
          <a:blip r:embed="rId3">
            <a:alphaModFix/>
          </a:blip>
          <a:srcRect b="0" l="0" r="0" t="0"/>
          <a:stretch/>
        </p:blipFill>
        <p:spPr>
          <a:xfrm>
            <a:off x="1214437" y="1600200"/>
            <a:ext cx="6530975" cy="29511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Tela de celular com texto preto sobre fundo branco&#10;&#10;Descrição gerada automaticamente" id="154" name="Google Shape;154;p19"/>
          <p:cNvPicPr preferRelativeResize="0"/>
          <p:nvPr/>
        </p:nvPicPr>
        <p:blipFill rotWithShape="1">
          <a:blip r:embed="rId3">
            <a:alphaModFix/>
          </a:blip>
          <a:srcRect b="45872" l="0" r="0" t="0"/>
          <a:stretch/>
        </p:blipFill>
        <p:spPr>
          <a:xfrm>
            <a:off x="1201725" y="1573206"/>
            <a:ext cx="6818324" cy="1824224"/>
          </a:xfrm>
          <a:prstGeom prst="rect">
            <a:avLst/>
          </a:prstGeom>
          <a:noFill/>
          <a:ln>
            <a:noFill/>
          </a:ln>
        </p:spPr>
      </p:pic>
      <p:sp>
        <p:nvSpPr>
          <p:cNvPr id="155" name="Google Shape;155;p19"/>
          <p:cNvSpPr txBox="1"/>
          <p:nvPr/>
        </p:nvSpPr>
        <p:spPr>
          <a:xfrm>
            <a:off x="1484175" y="3913550"/>
            <a:ext cx="6393000" cy="1848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Century Gothic"/>
                <a:ea typeface="Century Gothic"/>
                <a:cs typeface="Century Gothic"/>
                <a:sym typeface="Century Gothic"/>
              </a:rPr>
              <a:t>Qual é o papel de cada membro da equipe?</a:t>
            </a:r>
            <a:endParaRPr b="0" i="0" sz="23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Uma imagem contendo comida&#10;&#10;Descrição gerada automaticamente" id="161" name="Google Shape;161;p20"/>
          <p:cNvPicPr preferRelativeResize="0"/>
          <p:nvPr/>
        </p:nvPicPr>
        <p:blipFill rotWithShape="1">
          <a:blip r:embed="rId3">
            <a:alphaModFix/>
          </a:blip>
          <a:srcRect b="0" l="0" r="0" t="0"/>
          <a:stretch/>
        </p:blipFill>
        <p:spPr>
          <a:xfrm>
            <a:off x="1962150" y="1266825"/>
            <a:ext cx="5548312" cy="44275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1"/>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Como fazer um projeto?</a:t>
            </a:r>
            <a:endParaRPr/>
          </a:p>
        </p:txBody>
      </p:sp>
      <p:pic>
        <p:nvPicPr>
          <p:cNvPr descr="Uma imagem contendo comida, frutas&#10;&#10;Descrição gerada automaticamente" id="167" name="Google Shape;167;p21"/>
          <p:cNvPicPr preferRelativeResize="0"/>
          <p:nvPr/>
        </p:nvPicPr>
        <p:blipFill rotWithShape="1">
          <a:blip r:embed="rId3">
            <a:alphaModFix/>
          </a:blip>
          <a:srcRect b="0" l="0" r="0" t="0"/>
          <a:stretch/>
        </p:blipFill>
        <p:spPr>
          <a:xfrm>
            <a:off x="1500187" y="1239837"/>
            <a:ext cx="6056312" cy="47736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Uma imagem contendo desenho&#10;&#10;Descrição gerada automaticamente" id="173" name="Google Shape;173;p22"/>
          <p:cNvPicPr preferRelativeResize="0"/>
          <p:nvPr/>
        </p:nvPicPr>
        <p:blipFill rotWithShape="1">
          <a:blip r:embed="rId3">
            <a:alphaModFix/>
          </a:blip>
          <a:srcRect b="0" l="0" r="0" t="0"/>
          <a:stretch/>
        </p:blipFill>
        <p:spPr>
          <a:xfrm>
            <a:off x="1254125" y="1752600"/>
            <a:ext cx="6807200" cy="2943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Tela de celular com texto preto sobre fundo branco&#10;&#10;Descrição gerada automaticamente" id="179" name="Google Shape;179;p23"/>
          <p:cNvPicPr preferRelativeResize="0"/>
          <p:nvPr/>
        </p:nvPicPr>
        <p:blipFill rotWithShape="1">
          <a:blip r:embed="rId3">
            <a:alphaModFix/>
          </a:blip>
          <a:srcRect b="0" l="0" r="0" t="0"/>
          <a:stretch/>
        </p:blipFill>
        <p:spPr>
          <a:xfrm>
            <a:off x="1325562" y="1293812"/>
            <a:ext cx="6389687" cy="464978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Tela de celular com texto preto sobre fundo branco&#10;&#10;Descrição gerada automaticamente" id="185" name="Google Shape;185;p24"/>
          <p:cNvPicPr preferRelativeResize="0"/>
          <p:nvPr/>
        </p:nvPicPr>
        <p:blipFill rotWithShape="1">
          <a:blip r:embed="rId3">
            <a:alphaModFix/>
          </a:blip>
          <a:srcRect b="0" l="0" r="0" t="0"/>
          <a:stretch/>
        </p:blipFill>
        <p:spPr>
          <a:xfrm>
            <a:off x="1397000" y="1303337"/>
            <a:ext cx="6043612" cy="464026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Tela de celular com texto preto sobre fundo branco&#10;&#10;Descrição gerada automaticamente" id="191" name="Google Shape;191;p25"/>
          <p:cNvPicPr preferRelativeResize="0"/>
          <p:nvPr/>
        </p:nvPicPr>
        <p:blipFill rotWithShape="1">
          <a:blip r:embed="rId3">
            <a:alphaModFix/>
          </a:blip>
          <a:srcRect b="0" l="0" r="0" t="0"/>
          <a:stretch/>
        </p:blipFill>
        <p:spPr>
          <a:xfrm>
            <a:off x="1541462" y="1239837"/>
            <a:ext cx="6048375" cy="4565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6"/>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Tela de celular com texto preto sobre fundo branco&#10;&#10;Descrição gerada automaticamente" id="197" name="Google Shape;197;p26"/>
          <p:cNvPicPr preferRelativeResize="0"/>
          <p:nvPr/>
        </p:nvPicPr>
        <p:blipFill rotWithShape="1">
          <a:blip r:embed="rId3">
            <a:alphaModFix/>
          </a:blip>
          <a:srcRect b="0" l="0" r="0" t="0"/>
          <a:stretch/>
        </p:blipFill>
        <p:spPr>
          <a:xfrm>
            <a:off x="1346200" y="1239837"/>
            <a:ext cx="6111875" cy="4635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Tela de celular com texto preto sobre fundo branco&#10;&#10;Descrição gerada automaticamente" id="203" name="Google Shape;203;p27"/>
          <p:cNvPicPr preferRelativeResize="0"/>
          <p:nvPr/>
        </p:nvPicPr>
        <p:blipFill rotWithShape="1">
          <a:blip r:embed="rId3">
            <a:alphaModFix/>
          </a:blip>
          <a:srcRect b="0" l="0" r="0" t="0"/>
          <a:stretch/>
        </p:blipFill>
        <p:spPr>
          <a:xfrm>
            <a:off x="1603375" y="1395412"/>
            <a:ext cx="5907087" cy="4108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Tela de celular com texto preto sobre fundo branco&#10;&#10;Descrição gerada automaticamente" id="209" name="Google Shape;209;p28"/>
          <p:cNvPicPr preferRelativeResize="0"/>
          <p:nvPr/>
        </p:nvPicPr>
        <p:blipFill rotWithShape="1">
          <a:blip r:embed="rId3">
            <a:alphaModFix/>
          </a:blip>
          <a:srcRect b="0" l="0" r="0" t="0"/>
          <a:stretch/>
        </p:blipFill>
        <p:spPr>
          <a:xfrm>
            <a:off x="1387475" y="1239837"/>
            <a:ext cx="6018212" cy="4591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1079500" y="249237"/>
            <a:ext cx="7419975" cy="990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500"/>
              <a:buFont typeface="Century Gothic"/>
              <a:buNone/>
            </a:pPr>
            <a:r>
              <a:rPr b="0" i="0" lang="en-US" sz="3500" u="none">
                <a:solidFill>
                  <a:schemeClr val="dk1"/>
                </a:solidFill>
                <a:latin typeface="Century Gothic"/>
                <a:ea typeface="Century Gothic"/>
                <a:cs typeface="Century Gothic"/>
                <a:sym typeface="Century Gothic"/>
              </a:rPr>
              <a:t>A construção do projeto</a:t>
            </a:r>
            <a:endParaRPr/>
          </a:p>
        </p:txBody>
      </p:sp>
      <p:pic>
        <p:nvPicPr>
          <p:cNvPr descr="Uma imagem contendo frutas&#10;&#10;Descrição gerada automaticamente" id="215" name="Google Shape;215;p32"/>
          <p:cNvPicPr preferRelativeResize="0"/>
          <p:nvPr/>
        </p:nvPicPr>
        <p:blipFill rotWithShape="1">
          <a:blip r:embed="rId3">
            <a:alphaModFix/>
          </a:blip>
          <a:srcRect b="0" l="0" r="0" t="0"/>
          <a:stretch/>
        </p:blipFill>
        <p:spPr>
          <a:xfrm>
            <a:off x="1387475" y="1239837"/>
            <a:ext cx="6016625" cy="4578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7_Cacho">
  <a:themeElements>
    <a:clrScheme name="Cacho">
      <a:dk1>
        <a:srgbClr val="000000"/>
      </a:dk1>
      <a:lt1>
        <a:srgbClr val="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2000-08-25T15:08:45Z</dcterms:created>
  <dc:creator>Bertolo, L.A.</dc:creator>
</cp:coreProperties>
</file>